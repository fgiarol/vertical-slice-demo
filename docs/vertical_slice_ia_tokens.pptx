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191970"/>
                </a:solidFill>
              </a:defRPr>
            </a:pPr>
            <a:r>
              <a:t>IA + Arquitetura de Software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Por que Vertical Slice Architecture é mais eficiente para consumo de tokens e produtividade com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891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Gerado em 13/05/2026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91970"/>
                </a:solidFill>
              </a:defRPr>
            </a:pPr>
            <a:r>
              <a:t>O Problema: Consumo de Tokens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LLMs possuem janelas de contexto limitadas</a:t>
            </a:r>
          </a:p>
          <a:p>
            <a:pPr>
              <a:defRPr sz="2000"/>
            </a:pPr>
            <a:r>
              <a:t>Arquiteturas em camadas espalham regras de negócio</a:t>
            </a:r>
          </a:p>
          <a:p>
            <a:pPr>
              <a:defRPr sz="2000"/>
            </a:pPr>
            <a:r>
              <a:t>IA precisa navegar entre Controllers, Services, Repositories e Models</a:t>
            </a:r>
          </a:p>
          <a:p>
            <a:pPr>
              <a:defRPr sz="2000"/>
            </a:pPr>
            <a:r>
              <a:t>Mais arquivos carregados = mais tokens consumidos</a:t>
            </a:r>
          </a:p>
          <a:p>
            <a:pPr>
              <a:defRPr sz="2000"/>
            </a:pPr>
            <a:r>
              <a:t>Mais contexto irrelevante = respostas piores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AA0"/>
          </a:solidFill>
          <a:ln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91970"/>
                </a:solidFill>
              </a:defRPr>
            </a:pPr>
            <a:r>
              <a:t>Arquitetura Tradicional em Camadas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Separação por responsabilidade técnica</a:t>
            </a:r>
          </a:p>
          <a:p>
            <a:pPr>
              <a:defRPr sz="2000"/>
            </a:pPr>
            <a:r>
              <a:t>Fluxo de uma feature atravessa múltiplas pastas</a:t>
            </a:r>
          </a:p>
          <a:p>
            <a:pPr>
              <a:defRPr sz="2000"/>
            </a:pPr>
            <a:r>
              <a:t>Alta dependência entre camadas</a:t>
            </a:r>
          </a:p>
          <a:p>
            <a:pPr>
              <a:defRPr sz="2000"/>
            </a:pPr>
            <a:r>
              <a:t>Difícil para IA reconstruir o fluxo completo</a:t>
            </a:r>
          </a:p>
          <a:p>
            <a:pPr>
              <a:defRPr sz="2000"/>
            </a:pPr>
            <a:r>
              <a:t>Maior custo computacional e cognitivo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AA0"/>
          </a:solidFill>
          <a:ln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91970"/>
                </a:solidFill>
              </a:defRPr>
            </a:pPr>
            <a:r>
              <a:t>Vertical Slice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Organização orientada por feature</a:t>
            </a:r>
          </a:p>
          <a:p>
            <a:pPr>
              <a:defRPr sz="2000"/>
            </a:pPr>
            <a:r>
              <a:t>Cada slice contém UI, regras, validações e persistência</a:t>
            </a:r>
          </a:p>
          <a:p>
            <a:pPr>
              <a:defRPr sz="2000"/>
            </a:pPr>
            <a:r>
              <a:t>Feature isolada e autocontida</a:t>
            </a:r>
          </a:p>
          <a:p>
            <a:pPr>
              <a:defRPr sz="2000"/>
            </a:pPr>
            <a:r>
              <a:t>Baixo acoplamento entre funcionalidades</a:t>
            </a:r>
          </a:p>
          <a:p>
            <a:pPr>
              <a:defRPr sz="2000"/>
            </a:pPr>
            <a:r>
              <a:t>Contexto muito mais previsível para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AA0"/>
          </a:solidFill>
          <a:ln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91970"/>
                </a:solidFill>
              </a:defRPr>
            </a:pPr>
            <a:r>
              <a:t>Por que Vertical Slice funciona melhor com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Escopo limitado: IA trabalha apenas na feature necessária</a:t>
            </a:r>
          </a:p>
          <a:p>
            <a:pPr>
              <a:defRPr sz="2000"/>
            </a:pPr>
            <a:r>
              <a:t>Menos contexto irrelevante enviado ao modelo</a:t>
            </a:r>
          </a:p>
          <a:p>
            <a:pPr>
              <a:defRPr sz="2000"/>
            </a:pPr>
            <a:r>
              <a:t>Melhor navegação e rastreabilidade</a:t>
            </a:r>
          </a:p>
          <a:p>
            <a:pPr>
              <a:defRPr sz="2000"/>
            </a:pPr>
            <a:r>
              <a:t>Redução significativa de tokens</a:t>
            </a:r>
          </a:p>
          <a:p>
            <a:pPr>
              <a:defRPr sz="2000"/>
            </a:pPr>
            <a:r>
              <a:t>Maior assertividade na geração de código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AA0"/>
          </a:solidFill>
          <a:ln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91970"/>
                </a:solidFill>
              </a:defRPr>
            </a:pPr>
            <a:r>
              <a:t>Comparação de Consumo de Contexto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Layered Architecture: contexto distribuído em várias camadas</a:t>
            </a:r>
          </a:p>
          <a:p>
            <a:pPr>
              <a:defRPr sz="2000"/>
            </a:pPr>
            <a:r>
              <a:t>Clean Architecture: forte separação aumenta navegação</a:t>
            </a:r>
          </a:p>
          <a:p>
            <a:pPr>
              <a:defRPr sz="2000"/>
            </a:pPr>
            <a:r>
              <a:t>Microservices: contexto fragmentado entre serviços</a:t>
            </a:r>
          </a:p>
          <a:p>
            <a:pPr>
              <a:defRPr sz="2000"/>
            </a:pPr>
            <a:r>
              <a:t>Vertical Slice: contexto concentrado por feature</a:t>
            </a:r>
          </a:p>
          <a:p>
            <a:pPr>
              <a:defRPr sz="2000"/>
            </a:pPr>
            <a:r>
              <a:t>Resultado: menor custo operacional para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AA0"/>
          </a:solidFill>
          <a:ln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91970"/>
                </a:solidFill>
              </a:defRPr>
            </a:pPr>
            <a:r>
              <a:t>Benefícios Práticos com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Menos hallucinations e respostas inconsistentes</a:t>
            </a:r>
          </a:p>
          <a:p>
            <a:pPr>
              <a:defRPr sz="2000"/>
            </a:pPr>
            <a:r>
              <a:t>Prompts menores e mais objetivos</a:t>
            </a:r>
          </a:p>
          <a:p>
            <a:pPr>
              <a:defRPr sz="2000"/>
            </a:pPr>
            <a:r>
              <a:t>Melhor desempenho em refatorações</a:t>
            </a:r>
          </a:p>
          <a:p>
            <a:pPr>
              <a:defRPr sz="2000"/>
            </a:pPr>
            <a:r>
              <a:t>Maior velocidade em geração de testes</a:t>
            </a:r>
          </a:p>
          <a:p>
            <a:pPr>
              <a:defRPr sz="2000"/>
            </a:pPr>
            <a:r>
              <a:t>Onboarding acelerado para desenvolvedores e agentes de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AA0"/>
          </a:solidFill>
          <a:ln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91970"/>
                </a:solidFill>
              </a:defRPr>
            </a:pPr>
            <a:r>
              <a:t>Boas Práticas para Codebases AI-Ready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Feature folders bem definidos</a:t>
            </a:r>
          </a:p>
          <a:p>
            <a:pPr>
              <a:defRPr sz="2000"/>
            </a:pPr>
            <a:r>
              <a:t>Documentação próxima do código</a:t>
            </a:r>
          </a:p>
          <a:p>
            <a:pPr>
              <a:defRPr sz="2000"/>
            </a:pPr>
            <a:r>
              <a:t>Dependências previsíveis</a:t>
            </a:r>
          </a:p>
          <a:p>
            <a:pPr>
              <a:defRPr sz="2000"/>
            </a:pPr>
            <a:r>
              <a:t>Uso de frameworks populares</a:t>
            </a:r>
          </a:p>
          <a:p>
            <a:pPr>
              <a:defRPr sz="2000"/>
            </a:pPr>
            <a:r>
              <a:t>Código mais conciso e menos boilerplate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AA0"/>
          </a:solidFill>
          <a:ln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91970"/>
                </a:solidFill>
              </a:defRPr>
            </a:pPr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IA performa melhor com contexto reduzido e coeso</a:t>
            </a:r>
          </a:p>
          <a:p>
            <a:pPr>
              <a:defRPr sz="2000"/>
            </a:pPr>
            <a:r>
              <a:t>Vertical Slice otimiza consumo de tokens</a:t>
            </a:r>
          </a:p>
          <a:p>
            <a:pPr>
              <a:defRPr sz="2000"/>
            </a:pPr>
            <a:r>
              <a:t>Arquitetura melhora manutenção e produtividade</a:t>
            </a:r>
          </a:p>
          <a:p>
            <a:pPr>
              <a:defRPr sz="2000"/>
            </a:pPr>
            <a:r>
              <a:t>Mais eficiência para agentes como Claude, Cursor e Copilot</a:t>
            </a:r>
          </a:p>
          <a:p>
            <a:pPr>
              <a:defRPr sz="2000"/>
            </a:pPr>
            <a:r>
              <a:t>Arquitetura orientada a features tende a ser o padrão AI-first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AA0"/>
          </a:solidFill>
          <a:ln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91970"/>
                </a:solidFill>
              </a:defRPr>
            </a:pPr>
            <a:r>
              <a:t>Referências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LLMx.tech – AI-Ready Codebase Guide</a:t>
            </a:r>
          </a:p>
          <a:p>
            <a:pPr>
              <a:defRPr sz="2000"/>
            </a:pPr>
            <a:r>
              <a:t>Super Productivity – AI Software Architecture Guide</a:t>
            </a:r>
          </a:p>
          <a:p>
            <a:pPr>
              <a:defRPr sz="2000"/>
            </a:pPr>
            <a:r>
              <a:t>Arxiv – Estudos sobre slicing e arquitetura</a:t>
            </a:r>
          </a:p>
          <a:p>
            <a:pPr>
              <a:defRPr sz="2000"/>
            </a:pPr>
            <a:r>
              <a:t>Vídeo: Vertical Slice &amp; AI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AA0"/>
          </a:solidFill>
          <a:ln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970"/>
                </a:solidFill>
              </a:defRPr>
            </a:pPr>
            <a:r>
              <a:t>Links Utilizados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https://llmx.tech/blog/ai-ready-codebase-claude-cursor-integration-guide/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https://super-productivity.com/blog/ai-software-architecture-guide/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https://arxiv.org/html/2602.20048v1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https://youtu.be/qLEg0PLWj2k?si=C4tTVuP0L6rYMkWP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